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BE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BAE4F4-DC7E-4922-A46C-557F65F79206}" type="slidenum"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B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B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B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B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B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B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B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text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styles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ond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leve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b="0" lang="en-B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ir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b="0" lang="en-B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b="0" lang="en-B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b="0" lang="en-B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3F26E8-E229-457D-87F2-721101DC54C3}" type="slidenum"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B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B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B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B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B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CF3C4C-783D-461B-89E4-C5D2C7E13221}" type="slidenum"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B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B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B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B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B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421C14-CB83-4BBD-8D6C-EBBDED50D6FA}" type="slidenum"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BE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B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B7AEF7-1B4A-4619-B946-F8E8F74608B1}" type="slidenum"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B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B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B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B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B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B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B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B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B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B0F0CD-8F00-450B-8AE4-D1A40A21ABFA}" type="slidenum"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B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B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B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B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B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B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B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B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B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B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B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ED458B-FE41-42F0-8259-023FA0ABC452}" type="slidenum"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B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11D967-BC1B-4679-9BB2-6BDD93ED30DA}" type="slidenum"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33DB9A-C1CF-4987-991A-6C1A9A173F19}" type="slidenum"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B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B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B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B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B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BE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CED900-D76F-4E93-B6D2-FE155C6DF2EA}" type="slidenum"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B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B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B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B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B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B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B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B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B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B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BE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16531D-1881-43BD-9CDC-FE22227418F3}" type="slidenum">
              <a:rPr b="0" lang="en-B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GPP Exam: Zombie AI</a:t>
            </a:r>
            <a:endParaRPr b="0" lang="en-BE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Decision Making (Behavior Tree)</a:t>
            </a:r>
            <a:endParaRPr b="0" lang="en-B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1737720" y="19080"/>
            <a:ext cx="879228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" descr=""/>
          <p:cNvPicPr/>
          <p:nvPr/>
        </p:nvPicPr>
        <p:blipFill>
          <a:blip r:embed="rId2"/>
          <a:stretch/>
        </p:blipFill>
        <p:spPr>
          <a:xfrm>
            <a:off x="983880" y="1464840"/>
            <a:ext cx="6559920" cy="519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Enemy handling</a:t>
            </a:r>
            <a:endParaRPr b="0" lang="en-B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3" name="" descr=""/>
          <p:cNvPicPr/>
          <p:nvPr/>
        </p:nvPicPr>
        <p:blipFill>
          <a:blip r:embed="rId1"/>
          <a:stretch/>
        </p:blipFill>
        <p:spPr>
          <a:xfrm>
            <a:off x="1214280" y="19080"/>
            <a:ext cx="983952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2"/>
          <a:stretch/>
        </p:blipFill>
        <p:spPr>
          <a:xfrm>
            <a:off x="1077840" y="1371600"/>
            <a:ext cx="8066160" cy="4209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Inventory</a:t>
            </a:r>
            <a:endParaRPr b="0" lang="en-B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Arial"/>
              <a:buChar char="•"/>
            </a:pPr>
            <a:r>
              <a:rPr b="0" i="1" lang="en-US" sz="28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Item percieved → register in list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Arial"/>
              <a:buChar char="•"/>
            </a:pPr>
            <a:r>
              <a:rPr b="0" i="1" lang="en-US" sz="28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Score listed known items desirability against inventory items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en-US" sz="28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Empty slot → score 0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en-US" sz="28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Higher value → higher score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en-US" sz="28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No food, low stamina? Food gets increasingly higher score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en-US" sz="28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Same for health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Movement - Steering</a:t>
            </a:r>
            <a:endParaRPr b="0" lang="en-B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Arial"/>
              <a:buChar char="•"/>
            </a:pPr>
            <a:r>
              <a:rPr b="0" i="1" lang="en-US" sz="28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Seek, flee, face. Invoked through Behavior Tree tasks. Blending implemented though not used.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Arial"/>
              <a:buChar char="•"/>
            </a:pPr>
            <a:r>
              <a:rPr b="0" i="1" lang="en-US" sz="28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Path following uses MoveTo nodes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Movement - Exploration</a:t>
            </a:r>
            <a:endParaRPr b="0" lang="en-BE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bfbfbf"/>
              </a:buClr>
              <a:buFont typeface="Arial"/>
              <a:buChar char="•"/>
            </a:pPr>
            <a:r>
              <a:rPr b="0" i="1" lang="en-US" sz="28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Perceptor registers list of unchecked &amp; checked houses. If no unchecked, wander (img). Otherwise, go inside house. Items found inform pick ups.</a:t>
            </a:r>
            <a:endParaRPr b="0" lang="en-B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914400" y="3146760"/>
            <a:ext cx="6018840" cy="3711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LibreOffice/25.2.6.2$Linux_X86_64 LibreOffice_project/520$Build-2</Application>
  <AppVersion>15.0000</AppVersion>
  <Words>152</Words>
  <Paragraphs>18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2021-12-17T12:45:32Z</dcterms:created>
  <dc:creator>Vandaele Yosha</dc:creator>
  <dc:description/>
  <dc:language>en-US</dc:language>
  <cp:lastModifiedBy/>
  <dcterms:modified xsi:type="dcterms:W3CDTF">2026-06-07T22:53:40Z</dcterms:modified>
  <cp:revision>8</cp:revision>
  <dc:subject/>
  <dc:title>GPP Exam: Zombie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  <property fmtid="{D5CDD505-2E9C-101B-9397-08002B2CF9AE}" pid="5" name="PresentationFormat">
    <vt:lpwstr>Widescreen</vt:lpwstr>
  </property>
  <property fmtid="{D5CDD505-2E9C-101B-9397-08002B2CF9AE}" pid="6" name="Slides">
    <vt:i4>7</vt:i4>
  </property>
</Properties>
</file>